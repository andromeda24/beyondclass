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6" r:id="rId1"/>
  </p:sldMasterIdLst>
  <p:sldIdLst>
    <p:sldId id="257" r:id="rId2"/>
    <p:sldId id="261" r:id="rId3"/>
    <p:sldId id="262" r:id="rId4"/>
    <p:sldId id="256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48" d="100"/>
          <a:sy n="48" d="100"/>
        </p:scale>
        <p:origin x="96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40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719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37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298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292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033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7455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176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598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105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23990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3869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583746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529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325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391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08D887-CAFD-4E65-B1A1-69E6CF1B127E}" type="datetimeFigureOut">
              <a:rPr lang="en-US" smtClean="0"/>
              <a:t>27-Jul-26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28A23D3-4EEC-4E0D-BC48-8270E087FA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39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B224B663-E7D3-7404-9124-AE0C133EA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8690" y="3856383"/>
            <a:ext cx="3710018" cy="1157876"/>
          </a:xfrm>
        </p:spPr>
        <p:txBody>
          <a:bodyPr>
            <a:normAutofit/>
          </a:bodyPr>
          <a:lstStyle/>
          <a:p>
            <a:r>
              <a:rPr lang="en-US" sz="4400"/>
              <a:t>Beyond class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B6B43E27-2464-8584-C687-F7FCFC3F0A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8690" y="5097928"/>
            <a:ext cx="3710018" cy="915561"/>
          </a:xfrm>
        </p:spPr>
        <p:txBody>
          <a:bodyPr>
            <a:normAutofit/>
          </a:bodyPr>
          <a:lstStyle/>
          <a:p>
            <a:r>
              <a:rPr lang="en-US"/>
              <a:t>Sample screenshots</a:t>
            </a:r>
          </a:p>
        </p:txBody>
      </p:sp>
    </p:spTree>
    <p:extLst>
      <p:ext uri="{BB962C8B-B14F-4D97-AF65-F5344CB8AC3E}">
        <p14:creationId xmlns:p14="http://schemas.microsoft.com/office/powerpoint/2010/main" val="296749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844EC5D5-FCCD-FF99-528D-A6932C03C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278" y="0"/>
            <a:ext cx="8981722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72202F-E7EB-331A-91CC-04874463D911}"/>
              </a:ext>
            </a:extLst>
          </p:cNvPr>
          <p:cNvSpPr txBox="1"/>
          <p:nvPr/>
        </p:nvSpPr>
        <p:spPr>
          <a:xfrm>
            <a:off x="571351" y="1539554"/>
            <a:ext cx="231099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Desktop’s</a:t>
            </a:r>
          </a:p>
          <a:p>
            <a:r>
              <a:rPr lang="en-US" sz="3200" b="1" dirty="0"/>
              <a:t>main page</a:t>
            </a:r>
          </a:p>
        </p:txBody>
      </p:sp>
    </p:spTree>
    <p:extLst>
      <p:ext uri="{BB962C8B-B14F-4D97-AF65-F5344CB8AC3E}">
        <p14:creationId xmlns:p14="http://schemas.microsoft.com/office/powerpoint/2010/main" val="1171388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2B1E8-9860-5C24-7913-396B89E0D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756F5CB-B027-E60A-94C2-988B290F4AD4}"/>
              </a:ext>
            </a:extLst>
          </p:cNvPr>
          <p:cNvSpPr txBox="1"/>
          <p:nvPr/>
        </p:nvSpPr>
        <p:spPr>
          <a:xfrm>
            <a:off x="277680" y="1367808"/>
            <a:ext cx="210826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Desktop’s</a:t>
            </a:r>
          </a:p>
          <a:p>
            <a:r>
              <a:rPr lang="en-US" sz="3200" b="1" dirty="0"/>
              <a:t>content</a:t>
            </a:r>
          </a:p>
          <a:p>
            <a:r>
              <a:rPr lang="en-US" sz="3200" b="1" dirty="0"/>
              <a:t> page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F768AF-87D8-CA6F-5887-5E4CFB692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0655" y="0"/>
            <a:ext cx="90613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42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3D3CB96-CF25-8652-E8EC-3C049E975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2462" y="0"/>
            <a:ext cx="3199538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A20FB88-B0E1-09BA-3F1A-4B1BFA3FF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96607" y="0"/>
            <a:ext cx="3242432" cy="68580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E09946F-E8D9-2D5A-30C2-5E8F185157EA}"/>
              </a:ext>
            </a:extLst>
          </p:cNvPr>
          <p:cNvSpPr txBox="1"/>
          <p:nvPr/>
        </p:nvSpPr>
        <p:spPr>
          <a:xfrm>
            <a:off x="3881721" y="1701279"/>
            <a:ext cx="3917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Responsive screens</a:t>
            </a:r>
          </a:p>
        </p:txBody>
      </p:sp>
    </p:spTree>
    <p:extLst>
      <p:ext uri="{BB962C8B-B14F-4D97-AF65-F5344CB8AC3E}">
        <p14:creationId xmlns:p14="http://schemas.microsoft.com/office/powerpoint/2010/main" val="1521089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21719A-855B-0493-D046-F15EF6D30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84048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F3613FC-68B5-9914-DD3A-44972C6366AD}"/>
              </a:ext>
            </a:extLst>
          </p:cNvPr>
          <p:cNvSpPr txBox="1"/>
          <p:nvPr/>
        </p:nvSpPr>
        <p:spPr>
          <a:xfrm>
            <a:off x="4579466" y="1735785"/>
            <a:ext cx="297049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/>
              <a:t>Multi-language</a:t>
            </a:r>
          </a:p>
          <a:p>
            <a:pPr algn="ctr"/>
            <a:r>
              <a:rPr lang="en-US" sz="3200" b="1" dirty="0"/>
              <a:t>support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886EE0B-1FFC-F9D3-D7F2-15D5B042B7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945" y="0"/>
            <a:ext cx="39030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5291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</TotalTime>
  <Words>15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Century Gothic</vt:lpstr>
      <vt:lpstr>Wingdings 3</vt:lpstr>
      <vt:lpstr>Wisp</vt:lpstr>
      <vt:lpstr>Beyond class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Luisa Lamprea Ordonez</dc:creator>
  <cp:lastModifiedBy>Maria Luisa Lamprea Ordonez</cp:lastModifiedBy>
  <cp:revision>7</cp:revision>
  <dcterms:created xsi:type="dcterms:W3CDTF">2026-07-27T21:40:58Z</dcterms:created>
  <dcterms:modified xsi:type="dcterms:W3CDTF">2026-07-27T23:21:01Z</dcterms:modified>
</cp:coreProperties>
</file>