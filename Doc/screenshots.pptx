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56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6" d="100"/>
          <a:sy n="56" d="100"/>
        </p:scale>
        <p:origin x="6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E36F3-131D-FAAB-F9A6-A3212F1AEC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EB8AC7-6982-BEE0-E2D7-14BE2BE2DD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9ED9E-1B01-4482-2F7F-C917DA01B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FDCF1-175F-B71C-2CE9-A4D5DF364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9D4F9-B78A-4F1D-BFA8-05EE9E8E8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315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99805-1412-474C-9BAC-72857937A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42CD9-48F9-FFBE-0C0C-4DDF351D3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DCD76-43F1-95D1-2F2E-BB906BD7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623CDA-D3F5-99E7-8A15-464009EA9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C2169-293B-26F2-8F25-5F03C7197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40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B60F2-2A2A-4F9A-2DD2-6920875D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71E60-3C72-F0E7-C244-6FAC6BBB2A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DB97E-ED4E-9AC2-E33B-ED195465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7CB7E-3617-EABB-263F-D076C2CAC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40BFB-6899-78BF-3205-C73073679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769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E0A25-F753-3C93-370C-3BCE346EA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8D58-2760-9086-9F7F-985A34F608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A0B7B7-D0FF-D7A2-D18C-F548CD62A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5B831-F81C-45B0-F646-3229599B2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8B1B81-91BE-DCFA-7517-28E3F2159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94B65-BF15-5D86-3437-AF21180EC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82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0E8D4-EFE7-1415-761E-6C8CB4A9F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DC290-7E55-B607-567F-F51576BBD8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D5383-5320-B7C0-61C1-8246F9FC12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970055-4E10-0695-4846-97DC49E122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5629E8-14B5-E809-6A70-E2AECE2D06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393116-E832-8657-6F64-B92BCC34D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89B17E-858B-89F8-2552-3E2526179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3A03A2-D40E-9DA1-B4A2-778E1F7EA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88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202E-9484-53D5-F5AF-4CA316DB4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E58378-D367-0F36-6155-2F9898F41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A0DE9C-4B95-7C2F-3862-C3D71F4CA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FB7184-4D7B-FF1B-CCDB-B782E014C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424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81F900-D9D5-066B-EE22-5025E66CB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8D8365-9B2C-ACA0-9856-F980E1F12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F05FF-1E47-F395-B007-0526D5FDE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440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EAE16-7BE1-8737-F761-F1EBE476F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D600E-4051-A15F-4E4D-BF8E6F3E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0632A-41F1-4CAB-756D-8B441124D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D0223-74AC-BE7C-0829-B58E3289B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F2648B-7D8B-DB41-6AFF-AD4FF5420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0A8D0-95C1-42A4-8C0E-A866B623B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26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5EC5-0B50-943A-B74A-1309F7EAB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8019C-067D-71B0-7BD2-6C5FB9399A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3A911-04D0-5A06-C4DA-EB3EAD6C65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E0F116-BB4A-425F-432E-76DAE44B2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B27824-AEF0-E910-FAD3-25DABBB95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E9B58E-3014-F8BE-7102-079CF0F65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553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9171-F2B8-6F4A-2367-20E869209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02ECAA-3571-C0C2-A571-2032A04EA6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49299-573F-CE4B-561B-4885F95B5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FAFBC-B796-679A-06CA-B1502BC7A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0F6E6-0143-CD91-6E48-8350037FD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215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34B15-4239-3BD6-2A2D-6C4BEA5036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404C4F-2FB1-6FBD-39C4-B451E0C98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6CA49E-42CE-BFD7-64C4-610D342C3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D2C45-2DEE-AF36-98A4-22E7F1C5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63B29-EA74-D4FC-B81F-50DA5EA59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357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9FE000-303E-6574-A87F-C51BE46C1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48D7C-DA46-FF6F-22FC-A049A028F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5681E-2302-0BB1-1316-63F7888FDF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08D887-CAFD-4E65-B1A1-69E6CF1B127E}" type="datetimeFigureOut">
              <a:rPr lang="en-US" smtClean="0"/>
              <a:t>27-Jul-26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3C866-E104-9DEC-51E2-6E4F7C1299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356DE-6C8D-3131-9092-4CB4B5859F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8A23D3-4EEC-4E0D-BC48-8270E087FA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3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24B663-E7D3-7404-9124-AE0C133EA1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0042" y="891652"/>
            <a:ext cx="4412021" cy="3030724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Beyond class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B6B43E27-2464-8584-C687-F7FCFC3F0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5791" y="4745317"/>
            <a:ext cx="4126272" cy="1375145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Sample screenshots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520C05-6C07-EB41-C699-66E8ED48E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15821"/>
            <a:ext cx="5608320" cy="398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497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A87B22-A11D-2E2D-363F-8BB6221F0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37064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72202F-E7EB-331A-91CC-04874463D911}"/>
              </a:ext>
            </a:extLst>
          </p:cNvPr>
          <p:cNvSpPr txBox="1"/>
          <p:nvPr/>
        </p:nvSpPr>
        <p:spPr>
          <a:xfrm>
            <a:off x="10237064" y="131272"/>
            <a:ext cx="218983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Desktop’s</a:t>
            </a:r>
          </a:p>
          <a:p>
            <a:r>
              <a:rPr lang="en-US" sz="3200" b="1" dirty="0"/>
              <a:t>main page</a:t>
            </a:r>
          </a:p>
        </p:txBody>
      </p:sp>
    </p:spTree>
    <p:extLst>
      <p:ext uri="{BB962C8B-B14F-4D97-AF65-F5344CB8AC3E}">
        <p14:creationId xmlns:p14="http://schemas.microsoft.com/office/powerpoint/2010/main" val="1171388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2B1E8-9860-5C24-7913-396B89E0D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8AB298-DE13-79B5-0287-30539BCB7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774922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56F5CB-B027-E60A-94C2-988B290F4AD4}"/>
              </a:ext>
            </a:extLst>
          </p:cNvPr>
          <p:cNvSpPr txBox="1"/>
          <p:nvPr/>
        </p:nvSpPr>
        <p:spPr>
          <a:xfrm>
            <a:off x="9978271" y="683363"/>
            <a:ext cx="206556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Desktop’s</a:t>
            </a:r>
          </a:p>
          <a:p>
            <a:r>
              <a:rPr lang="en-US" sz="3200" b="1" dirty="0"/>
              <a:t>data page</a:t>
            </a:r>
          </a:p>
        </p:txBody>
      </p:sp>
    </p:spTree>
    <p:extLst>
      <p:ext uri="{BB962C8B-B14F-4D97-AF65-F5344CB8AC3E}">
        <p14:creationId xmlns:p14="http://schemas.microsoft.com/office/powerpoint/2010/main" val="3763242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3D3CB96-CF25-8652-E8EC-3C049E975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291" y="0"/>
            <a:ext cx="3199538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20FB88-B0E1-09BA-3F1A-4B1BFA3F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6607" y="0"/>
            <a:ext cx="3242432" cy="6858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E09946F-E8D9-2D5A-30C2-5E8F185157EA}"/>
              </a:ext>
            </a:extLst>
          </p:cNvPr>
          <p:cNvSpPr txBox="1"/>
          <p:nvPr/>
        </p:nvSpPr>
        <p:spPr>
          <a:xfrm>
            <a:off x="3881721" y="1701279"/>
            <a:ext cx="39174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Responsive screens</a:t>
            </a:r>
          </a:p>
        </p:txBody>
      </p:sp>
    </p:spTree>
    <p:extLst>
      <p:ext uri="{BB962C8B-B14F-4D97-AF65-F5344CB8AC3E}">
        <p14:creationId xmlns:p14="http://schemas.microsoft.com/office/powerpoint/2010/main" val="1521089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21719A-855B-0493-D046-F15EF6D30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4048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3613FC-68B5-9914-DD3A-44972C6366AD}"/>
              </a:ext>
            </a:extLst>
          </p:cNvPr>
          <p:cNvSpPr txBox="1"/>
          <p:nvPr/>
        </p:nvSpPr>
        <p:spPr>
          <a:xfrm>
            <a:off x="4579466" y="1735785"/>
            <a:ext cx="29704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Multi-language</a:t>
            </a:r>
          </a:p>
          <a:p>
            <a:pPr algn="ctr"/>
            <a:r>
              <a:rPr lang="en-US" sz="3200" b="1" dirty="0"/>
              <a:t>support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86EE0B-1FFC-F9D3-D7F2-15D5B042B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945" y="0"/>
            <a:ext cx="39030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3529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14</Words>
  <Application>Microsoft Office PowerPoint</Application>
  <PresentationFormat>Widescreen</PresentationFormat>
  <Paragraphs>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Beyond class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Luisa Lamprea Ordonez</dc:creator>
  <cp:lastModifiedBy>Maria Luisa Lamprea Ordonez</cp:lastModifiedBy>
  <cp:revision>6</cp:revision>
  <dcterms:created xsi:type="dcterms:W3CDTF">2026-07-27T21:40:58Z</dcterms:created>
  <dcterms:modified xsi:type="dcterms:W3CDTF">2026-07-27T22:57:49Z</dcterms:modified>
</cp:coreProperties>
</file>